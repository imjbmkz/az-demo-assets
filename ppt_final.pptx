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3FEC-9846-10B2-D873-145DAB3F0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A6034-A8EB-0788-38B9-2227D6956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6B2D2-1402-2C93-F404-7A2450A3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11C7E-3EAD-9B79-01C3-395FF901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93E26-293A-80CB-6563-0171F662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6304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0F5E-3ECD-2236-8511-36FC2058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5D76B-20C9-39E6-CDE3-D13E23FEB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B5F0-F35E-BA62-52BC-5544D527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9D5AB-7777-122E-FECB-1B16FD2B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DB4E8-971A-DBAC-9377-FAFCB52C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664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CB7C-1D0B-B621-C6B1-43C0BACA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2A5CA-C6CF-2D74-A8DE-C8038F31C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041A5-3D3D-76B3-0B6C-0AB31E61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A9A51-9CC3-99D3-3597-13FC20E9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75A7C-0DDD-6109-1489-023BE0B1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013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74FE-ADDC-9317-B957-2B27DC23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95B3-E8E7-98A5-F7DA-549863F65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E201D-D15C-37AB-72FE-04EDED359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209DE-FF4F-B023-0CE2-56780607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C351-DA4C-5FF5-9856-1CE3946C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9AE35-6E14-9187-D49A-1C19692D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747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B706-4161-5B96-8C53-12DAA4C2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09AB9-7EC6-B9B5-53A0-A341E3974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72523-D68D-6997-ED3C-AF4E5ED53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52F94-7E8A-7C15-2B36-826D2C1FC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C1A90-7156-E44D-1F14-A2803C4B4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FF97F-ABA3-C669-E04B-30074137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77052-7AF0-14D5-665D-A6978F63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F16F1-055F-DFA4-4803-EF4E652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010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8A58-B17C-F247-4095-D9EDD245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5B059-3549-85B6-924E-43E24DF3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4852C-460D-94FF-9866-14C3FA3F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459F4-7B69-D571-5EBC-D7D09E42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4999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B92CF-A0E2-81F0-0155-3F4646D0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D8606-17AE-90C9-EBB8-0629E787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97D3E-8AA5-CAFC-07BB-1D718D3F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653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8FDF-3378-5FB8-5F00-3607DA4DD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D693-5EC0-C6ED-F4C6-62182B73A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ABFE8-7656-2B3C-6ED6-934054FA0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6AD63-25C5-C838-D286-F66ACCF9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7F9B1-E0E6-2103-B760-A30D660D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B843E-C30E-8A15-F362-D0ED6A74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785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62492-B84B-51FC-ACC2-1A8317A0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AD332-6FA0-B092-E461-ACAA6E9E3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33B0-F1D5-6FC6-B2F4-9411CD6CF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22D7A-C7DC-DFAE-9F3A-ED97759A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D82C4-9895-AB44-4C9A-716E6BD1E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3A962-6BB7-544D-2D1C-D36ACD51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46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2CBD-D783-8B8B-D018-F58829B6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00334-D026-B4AA-AFB1-4243BA9C6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FAC36-DEC0-88A6-041A-0AC8942A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3BF16-771A-596A-90DB-C482E550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A217-C89F-B641-F35C-9C49C28D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840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B6D0A-3640-3F44-E596-3AAD6428F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0F99A-C2A8-E52B-B8F6-D41D11932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F2961-D3F3-2C4D-1CC1-4147E4BF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406FB-4E53-AA41-9414-7CB642F2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4F4A-FD9F-1EF4-6A10-C75B2B05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572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B9657-144F-4C2A-D910-EC87D40D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90373-07EF-B75F-5AAF-8AA58B55F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95C9-F1F3-2709-D121-DD68C3C81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118BC-582F-4EE0-9724-EF378FACDB84}" type="datetimeFigureOut">
              <a:rPr lang="en-PH" smtClean="0"/>
              <a:t>4/16/2026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9601-4DB8-DFE8-59CE-3F485443E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D19FC-304D-8E5F-7E1E-2B2276F86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50779-6864-4193-9F7A-7C6A2FA13B2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258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F2D03F-B80A-0909-F943-8B9CC78EB997}"/>
              </a:ext>
            </a:extLst>
          </p:cNvPr>
          <p:cNvSpPr txBox="1"/>
          <p:nvPr/>
        </p:nvSpPr>
        <p:spPr>
          <a:xfrm>
            <a:off x="847725" y="2971800"/>
            <a:ext cx="778192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Metadata-driven data ingestion using Azure</a:t>
            </a:r>
          </a:p>
          <a:p>
            <a:endParaRPr lang="en-US" sz="32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r>
              <a:rPr lang="en-US" sz="2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Josh Valdeleon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April 24, 2026 Friday</a:t>
            </a:r>
          </a:p>
          <a:p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Ascendion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, Makati City</a:t>
            </a:r>
            <a:endParaRPr lang="en-PH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D06732-6973-E5EF-F92C-8743D456A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4512468"/>
            <a:ext cx="971550" cy="9715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1021149-8987-2AD4-18D3-5AE3B463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3674" y="4512468"/>
            <a:ext cx="971550" cy="9715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F674A5B-C8B2-BD11-645D-35879F065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9487" y="4512468"/>
            <a:ext cx="9715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1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9A453-080E-8988-ABD0-2E499BCA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05416A-801B-72DE-A504-D7D92E69C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09" y="1892030"/>
            <a:ext cx="2305455" cy="30739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752C78-A69C-1C23-A63C-0E53947A2F51}"/>
              </a:ext>
            </a:extLst>
          </p:cNvPr>
          <p:cNvSpPr txBox="1"/>
          <p:nvPr/>
        </p:nvSpPr>
        <p:spPr>
          <a:xfrm>
            <a:off x="4410074" y="2397949"/>
            <a:ext cx="77819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Hi! I’m Josh.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Consultant and freelancer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Josh Dev, DEP, DEB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MVP Developer Technologies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26EA6D-03E6-C98D-996D-1E0DB8D228A6}"/>
              </a:ext>
            </a:extLst>
          </p:cNvPr>
          <p:cNvGrpSpPr/>
          <p:nvPr/>
        </p:nvGrpSpPr>
        <p:grpSpPr>
          <a:xfrm>
            <a:off x="9009487" y="5789529"/>
            <a:ext cx="2497875" cy="560954"/>
            <a:chOff x="8914237" y="5399004"/>
            <a:chExt cx="2497875" cy="5609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FF8D667-7CF4-A639-0A88-2C8E8C0A9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4237" y="5405183"/>
              <a:ext cx="554775" cy="55477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A691BA6-518F-BE52-522A-AFFAFF9A26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85788" y="5405184"/>
              <a:ext cx="554774" cy="554774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5444CB5-9133-3913-4E8D-B523A37269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857338" y="5399004"/>
              <a:ext cx="554774" cy="5547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205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CFED-9996-9C9B-009C-5248A4DE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BC535AB-0859-EF09-0319-AF89772A8FF4}"/>
              </a:ext>
            </a:extLst>
          </p:cNvPr>
          <p:cNvGrpSpPr/>
          <p:nvPr/>
        </p:nvGrpSpPr>
        <p:grpSpPr>
          <a:xfrm>
            <a:off x="9009487" y="5789529"/>
            <a:ext cx="2497875" cy="560954"/>
            <a:chOff x="8914237" y="5399004"/>
            <a:chExt cx="2497875" cy="5609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D310CC-2EE9-92C6-B2A5-7A5AE7A16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4237" y="5405183"/>
              <a:ext cx="554775" cy="55477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A937A19-A6CA-633D-D04A-75CAB45700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85788" y="5405184"/>
              <a:ext cx="554774" cy="554774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B00BE40-C27D-4929-D014-5A9F25F50A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57338" y="5399004"/>
              <a:ext cx="554774" cy="55477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E707E8-E7E7-6ABD-9874-CA9B5C685759}"/>
              </a:ext>
            </a:extLst>
          </p:cNvPr>
          <p:cNvSpPr txBox="1"/>
          <p:nvPr/>
        </p:nvSpPr>
        <p:spPr>
          <a:xfrm>
            <a:off x="820566" y="1123625"/>
            <a:ext cx="106867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Topics we’ll cover today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How does metadata-driven ingestion work?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What are the problems that it aims to solve?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How can we use Azure in implementing this?</a:t>
            </a:r>
          </a:p>
        </p:txBody>
      </p:sp>
    </p:spTree>
    <p:extLst>
      <p:ext uri="{BB962C8B-B14F-4D97-AF65-F5344CB8AC3E}">
        <p14:creationId xmlns:p14="http://schemas.microsoft.com/office/powerpoint/2010/main" val="235401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E3E4-2A21-D5B7-36C2-1A88B22C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83EFDF8-A0EB-B540-8493-408B996F9F89}"/>
              </a:ext>
            </a:extLst>
          </p:cNvPr>
          <p:cNvGrpSpPr/>
          <p:nvPr/>
        </p:nvGrpSpPr>
        <p:grpSpPr>
          <a:xfrm>
            <a:off x="9009487" y="5789529"/>
            <a:ext cx="2497875" cy="560954"/>
            <a:chOff x="8914237" y="5399004"/>
            <a:chExt cx="2497875" cy="5609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B4D258-F47B-4FE5-6271-24C46DF9B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4237" y="5405183"/>
              <a:ext cx="554775" cy="55477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D4BB811-9101-11DB-D647-1DAFA3351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85788" y="5405184"/>
              <a:ext cx="554774" cy="554774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93CD10E-8221-0B2E-373A-D6571EB024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57338" y="5399004"/>
              <a:ext cx="554774" cy="55477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EE3DB9A-167D-A6FD-E5F7-A83530180680}"/>
              </a:ext>
            </a:extLst>
          </p:cNvPr>
          <p:cNvSpPr txBox="1"/>
          <p:nvPr/>
        </p:nvSpPr>
        <p:spPr>
          <a:xfrm>
            <a:off x="820566" y="1123625"/>
            <a:ext cx="10686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Problems </a:t>
            </a:r>
            <a:endParaRPr lang="en-PH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45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040E-E739-95E7-E1A5-3F07105C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B055A7B-5ABB-2881-3AAE-709B4323A33B}"/>
              </a:ext>
            </a:extLst>
          </p:cNvPr>
          <p:cNvGrpSpPr/>
          <p:nvPr/>
        </p:nvGrpSpPr>
        <p:grpSpPr>
          <a:xfrm>
            <a:off x="9009487" y="5789529"/>
            <a:ext cx="2497875" cy="560954"/>
            <a:chOff x="8914237" y="5399004"/>
            <a:chExt cx="2497875" cy="5609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3DB8DBA-2E67-BD21-B1CA-206E9F69A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4237" y="5405183"/>
              <a:ext cx="554775" cy="55477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3777390-D10F-162C-1E7E-7B88336088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85788" y="5405184"/>
              <a:ext cx="554774" cy="554774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44D34CF-DC35-75E7-EFD2-FA5AA293C1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57338" y="5399004"/>
              <a:ext cx="554774" cy="55477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F07B8E-0039-EA47-10F9-D5E1F13BFA33}"/>
              </a:ext>
            </a:extLst>
          </p:cNvPr>
          <p:cNvSpPr txBox="1"/>
          <p:nvPr/>
        </p:nvSpPr>
        <p:spPr>
          <a:xfrm>
            <a:off x="820566" y="1123625"/>
            <a:ext cx="10686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Solution</a:t>
            </a:r>
            <a:endParaRPr lang="en-PH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48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80AD-1437-7802-2E4A-E9816E98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28CA76C-6E6A-9EC3-3AB8-3625C57C09E3}"/>
              </a:ext>
            </a:extLst>
          </p:cNvPr>
          <p:cNvGrpSpPr/>
          <p:nvPr/>
        </p:nvGrpSpPr>
        <p:grpSpPr>
          <a:xfrm>
            <a:off x="9009487" y="5789529"/>
            <a:ext cx="2497875" cy="560954"/>
            <a:chOff x="8914237" y="5399004"/>
            <a:chExt cx="2497875" cy="5609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C9A500-6F9D-03DF-0F01-06495334F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4237" y="5405183"/>
              <a:ext cx="554775" cy="55477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5D087C9-E8A0-7D31-EACB-E0C5FC603F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85788" y="5405184"/>
              <a:ext cx="554774" cy="554774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88E8F24-1214-0861-6715-FABEA2D70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57338" y="5399004"/>
              <a:ext cx="554774" cy="55477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577347A-6856-7313-D906-BF421314A5AE}"/>
              </a:ext>
            </a:extLst>
          </p:cNvPr>
          <p:cNvSpPr txBox="1"/>
          <p:nvPr/>
        </p:nvSpPr>
        <p:spPr>
          <a:xfrm>
            <a:off x="820566" y="1123625"/>
            <a:ext cx="10686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Metadata-driven </a:t>
            </a:r>
            <a:r>
              <a:rPr lang="en-US" sz="3200">
                <a:latin typeface="Poppins SemiBold" panose="00000700000000000000" pitchFamily="2" charset="0"/>
                <a:cs typeface="Poppins SemiBold" panose="00000700000000000000" pitchFamily="2" charset="0"/>
              </a:rPr>
              <a:t>data ingestion</a:t>
            </a:r>
            <a:endParaRPr lang="en-PH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582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67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Valdeleon</dc:creator>
  <cp:lastModifiedBy>Josh Valdeleon</cp:lastModifiedBy>
  <cp:revision>3</cp:revision>
  <dcterms:created xsi:type="dcterms:W3CDTF">2026-04-16T13:00:27Z</dcterms:created>
  <dcterms:modified xsi:type="dcterms:W3CDTF">2026-04-16T16:29:03Z</dcterms:modified>
</cp:coreProperties>
</file>